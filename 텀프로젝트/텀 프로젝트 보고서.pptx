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5911E-C2D4-774D-D7BA-9C0C5E9AD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5FE875-7AF8-0094-C226-D7B7537B7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06A4AE-8013-A19F-C646-BFC2921C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143CE5-5DEF-347D-B57D-0F8A6174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29132C-747E-CACB-AFB3-E90D57F0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90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B645A-6DE4-B5FD-F0A1-06989D27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550F7-15E0-7E7C-6EF1-51FA59B78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CB2C93-7544-3C0C-E39E-5331A64F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CBE1DF-4650-FAE7-81C6-047BC943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7DA2E5-F3E2-6899-0589-BFF57C57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37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E08DB-5652-CCF6-8897-57320085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46CA67-76BC-F2A6-8F91-9A17D00E7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2D6A89-D6EE-64A0-C95B-CB368644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0D661E-CCBD-3AB6-5B9A-FCD04B86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CBD701-1C51-DA5E-14B3-A78829AA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22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1764-E883-4B27-53BD-AFA7266E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EA0225-F978-0B8C-26B7-7A803D26F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69610C-3FCB-CD5C-C0C7-CC42F0E2E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BFE564-AA06-1B82-9F7F-00AD3895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B8DB18-254C-C7E6-A75E-46B98723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9C15BD-F029-A136-97E9-DD5FE300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35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3823F-A5F1-7B78-8461-FB7850941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01F8E7-4B04-578E-F886-5E9FA06AA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FB3C98-28FB-4D8E-5485-76E7F1AC0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925CE6-9EFE-EE8C-BBEF-30E2020693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541205-069C-8EF3-A785-DC83D4B8C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8BE253-1F72-7AEB-8349-579B78CF8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F0D54E-6D0E-EEDF-A301-CA7773AD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622EBE-8935-02A2-C361-8F895212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32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59618-1ABB-C98D-9ED8-242289D9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DEC48A-C5D9-90AB-655B-C5BA28536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7662E4-48C4-10C8-6D7A-3BA2EEF2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A49D3E-4CCB-3294-F00F-4C064C33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19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454388-BA0F-E8FA-9B2A-B992BD9C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8B9FC4A-77AD-FEA4-5F9E-9D2D18A5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1D23A4-7692-5FA2-16B4-416AD4E34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415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7210C-61B0-A277-57A2-C16BC9A0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8BF7AD-7616-BC33-8F5E-CD495C621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367128-8A52-DC66-2491-39BF6806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C3B20C-49CF-F5FB-1CA6-76DEFB3F2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99F39-9F32-9251-500A-DC6CDD5C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896EAB-52BD-B107-28BB-EB77614F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01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994EE-9B4A-F912-2520-8A12BD84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783754-8D48-4DEA-8718-786F9E793C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EACB57-D3C9-6F42-ADF8-3190C1DEF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C921B1-BC9D-2ED6-6BF5-23C34620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D28A7F-EEA6-9A63-892F-DE539B0F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0E7668-012C-D906-CB08-8ED80CD7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07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70295-6F54-9693-3768-1FE73F71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17A86A-647A-6841-0F04-700C3A5AF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E1388F-1A2F-DB28-7717-90018A41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C1E29-5A35-3A6E-E67E-A5ED2413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845DBB-F429-A4CE-3700-9014EDA5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82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72BA41-79DA-7060-8603-98E41757B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9452EF-6B4E-92C1-0FF9-FF84185A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DFBBE3-F747-AD55-FFFB-06F2D3832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96A86-5296-5AFC-7976-4309EB1D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00FE12-E564-6E21-0540-48076F74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6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C8E4C4-D821-3E3A-FE6D-4C9495EC6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758635-4A4D-3D63-F743-962E2F7EA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B3C462-7C49-98BE-96B8-C9BB5FD03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B6E78-D403-4DBE-827E-AF0B53E25E15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304E0-66FC-9E59-71E8-5A543867B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7228C7-BACF-2889-9C85-021ADECD2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FFA49A-0D90-448C-966D-12C7A2F5B0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5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2931A-D406-740A-50DA-37DA506C6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게임서버프로그래밍</a:t>
            </a:r>
            <a:br>
              <a:rPr lang="en-US" altLang="ko-KR" dirty="0"/>
            </a:br>
            <a:r>
              <a:rPr lang="ko-KR" altLang="en-US" dirty="0" err="1"/>
              <a:t>텀</a:t>
            </a:r>
            <a:r>
              <a:rPr lang="ko-KR" altLang="en-US" dirty="0"/>
              <a:t>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50010D-79FA-8BC4-9CAB-B51E9EC207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2021180009 </a:t>
            </a:r>
            <a:r>
              <a:rPr lang="ko-KR" altLang="en-US" dirty="0"/>
              <a:t>박경준</a:t>
            </a:r>
          </a:p>
        </p:txBody>
      </p:sp>
    </p:spTree>
    <p:extLst>
      <p:ext uri="{BB962C8B-B14F-4D97-AF65-F5344CB8AC3E}">
        <p14:creationId xmlns:p14="http://schemas.microsoft.com/office/powerpoint/2010/main" val="400097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6B1FD-E523-BB6D-517D-856163A9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SIMPLEST 2D MMORPG MINECRAFT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32875F-9C2F-02EC-456B-83AA44036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전투 중심 </a:t>
            </a:r>
            <a:r>
              <a:rPr lang="en-US" altLang="ko-KR" dirty="0"/>
              <a:t>MMO MINECRAFT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864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17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게임서버프로그래밍 텀 프로젝트</vt:lpstr>
      <vt:lpstr>SIMPLEST 2D MMORPG MINECRAFT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박경준(2021180009)</dc:creator>
  <cp:lastModifiedBy>박경준(2021180009)</cp:lastModifiedBy>
  <cp:revision>1</cp:revision>
  <dcterms:created xsi:type="dcterms:W3CDTF">2026-06-13T15:06:25Z</dcterms:created>
  <dcterms:modified xsi:type="dcterms:W3CDTF">2026-06-13T15:40:04Z</dcterms:modified>
</cp:coreProperties>
</file>